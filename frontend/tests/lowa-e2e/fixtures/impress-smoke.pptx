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第一页备注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冒烟测试标题一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占位符正文内容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普通文本框内容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第二页文本框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